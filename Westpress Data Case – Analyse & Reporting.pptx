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2B5314-7515-0AA5-934D-799D0FCEE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A569B-643D-9323-2464-D7ECA9E6E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12306C-794E-19FF-4473-3DF8F476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428E11-3422-2299-CC7F-22F41097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C085CA-C737-4636-F21C-3D21BCE0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5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DB8CB-96FD-198F-7DCE-78FF7A4E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DACAE6-80C0-6A97-8FC6-45FFAF6ED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B2403-34BE-5E83-F4CC-BE68CB8E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84F13B-A193-FCF9-4732-19FF7002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852F1F-34B2-316C-B900-E5423B01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06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1F2C9-FBFC-56B5-F767-EBE2DD7D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9EFF88-CD92-4359-13F6-9FEEFAE21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E789DF-3729-6AA8-9CA2-72405964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726C03-314C-49DA-787E-A1433A61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DD94B-17EB-E75E-C402-39A17B90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13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88219-9A9B-B3FD-77BC-F99B2388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4AD77B-23C8-8893-F7DB-4515A64ED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166A82-F809-5B6C-D472-849E9938D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F9261-3AB0-387B-B8E2-FCDF8A4C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BE4AE9-A975-8534-7868-7F4337AA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6C1BDD-401F-4D1B-B900-CF9760A3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40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328D7-9F6B-1A89-F6FA-F44952D9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00DDD8-F0D6-1192-92FD-F83DB19EA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C27878-8288-1571-A39D-F248D6854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B7DDC6-8147-7A71-DDDA-07C74E34E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D15E2E-1133-DDFA-FE59-9F2ED2DE3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612C3E-91FF-D270-A12B-37C6DDC4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2A5441-1200-DE26-53EC-9D2E2D17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F7B9DA-3393-2BD7-92C6-1119CCA3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391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C80E9-5C16-E76A-8726-233421C0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87A345-C018-E328-0899-9C77020C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AED11-911B-B3B4-5044-BF2AB9A4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92EAA5-A3CF-7137-FFE8-17EF0F45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53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3BDB59-563E-85E7-E45F-9D3F01E6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D1E5E9-4838-4280-FC4E-A9178DB2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570290-7408-F99A-7840-83A450C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26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8DECB-406A-8609-1F2F-975FEE3D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23C9D-F0DC-740B-77F8-4FEDE967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5719CF-5351-D024-E9D8-D584535FA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3A5142-B044-CFDE-E216-91AD0901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8C9E9F-8B88-939C-257C-52BF0FD7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D70C0C-3489-4F2A-16F4-D441B4A0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9843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40AE7-7433-9232-8690-F48E1E70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EAE1DD2-E42D-0FB1-3262-13A7FBBE5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58198-1A2D-C307-EC7B-78C5AF3D5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433A60-AF89-4611-6422-90EA1550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3C79DA-C7C6-3698-9954-BDB59ED4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A936F9-EE2D-219B-BFBD-F815D71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20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1E097F-4E05-7F5B-8B63-3A962368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7B6588-7C13-F1AD-E26B-61CB54EF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EE129D-6553-4DED-B9C3-EA68AB62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E5A06E-AA9C-8FAE-982D-2C7F10FD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65606E-75CC-0672-AFFC-0809E092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86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7A8635-8BDD-71EA-78D8-5095D8DBB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4DB2BD-ACA0-46E4-28C3-F532FBF4D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A5DE0F-F156-CFDD-0FEB-0187B60A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06613A-9E10-9206-C4C4-A76FF0E6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E3402E-B431-00CF-ED2E-E1DA2CC5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1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0E748A5-A138-2981-4DAD-3B3924877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267187-03DC-997B-AD43-5DFB389CE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A3C8CD-16E8-3D77-3A98-E9B874299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8D28A-08FD-41E8-A44A-5BFB32A92837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ACEAEC-10FB-5D6D-8D51-CD77C9045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23A283-01DD-F758-D85B-ED7395F66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8B1B4-D088-4538-A6E6-9A93A01F23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4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7FF23-B717-5275-8BC4-5DEE992A4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Westpress</a:t>
            </a:r>
            <a:r>
              <a:rPr lang="en-US" dirty="0"/>
              <a:t> Data Case – </a:t>
            </a:r>
            <a:r>
              <a:rPr lang="en-US" dirty="0" err="1"/>
              <a:t>Analyse</a:t>
            </a:r>
            <a:r>
              <a:rPr lang="en-US" dirty="0"/>
              <a:t> &amp; Reporting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C748BD-A3F0-72C7-6E5B-604F0479B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ETL · Python · Power BI · GitHub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257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2131E-2CA4-ACCE-277D-A290C300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 (kompakt)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A28946-53DE-76CB-FEBE-C51BEF0EF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Scope</a:t>
            </a:r>
            <a:r>
              <a:rPr lang="de-DE" dirty="0"/>
              <a:t> &amp; Anforderungen mit Stakeholder geklärt</a:t>
            </a:r>
          </a:p>
          <a:p>
            <a:r>
              <a:rPr lang="de-DE" dirty="0"/>
              <a:t>GitHub-Repo &amp; Projektstruktur erstellt</a:t>
            </a:r>
          </a:p>
          <a:p>
            <a:r>
              <a:rPr lang="de-DE" dirty="0"/>
              <a:t>ETL mit Python (Bereinigung, Typen, Jobfamilien-Mapping)</a:t>
            </a:r>
          </a:p>
          <a:p>
            <a:r>
              <a:rPr lang="de-DE" dirty="0"/>
              <a:t>Star Schema gebaut (Date, Customers, </a:t>
            </a:r>
            <a:r>
              <a:rPr lang="de-DE" dirty="0" err="1"/>
              <a:t>JobFamily</a:t>
            </a:r>
            <a:r>
              <a:rPr lang="de-DE" dirty="0"/>
              <a:t>, Facts)</a:t>
            </a:r>
          </a:p>
          <a:p>
            <a:r>
              <a:rPr lang="de-DE" dirty="0"/>
              <a:t>KPI-Logik definiert (Umsatz, Aktivität, CPM)</a:t>
            </a:r>
          </a:p>
          <a:p>
            <a:r>
              <a:rPr lang="de-DE" dirty="0"/>
              <a:t>Zwei Dashboards entwickelt (Management &amp; Stakeholder)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442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E9CC3-8D07-32CB-D880-968CDBE5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de-DE" dirty="0"/>
              <a:t>Key </a:t>
            </a:r>
            <a:r>
              <a:rPr lang="de-DE" dirty="0" err="1"/>
              <a:t>Insights</a:t>
            </a:r>
            <a:endParaRPr lang="de-DE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95BAC9-35EA-CA6C-1066-7EBE55C3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147842"/>
            <a:ext cx="1029596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Jobfamilien unterscheiden sich stark in der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Stellenbörsen liefern sehr unterschiedliche CPM-Werte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Kundenaktivität klar sichtbar (aktiv vs. inaktiv)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Fokuskunde „Medizinisches Zentrum Süd“: stark aktiv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Transparenz über Verhalten &amp; Priorisierung deutlich verbessert</a:t>
            </a:r>
          </a:p>
        </p:txBody>
      </p:sp>
    </p:spTree>
    <p:extLst>
      <p:ext uri="{BB962C8B-B14F-4D97-AF65-F5344CB8AC3E}">
        <p14:creationId xmlns:p14="http://schemas.microsoft.com/office/powerpoint/2010/main" val="133498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0D52D-9B5A-82EB-0237-8DCA78D3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de-DE" dirty="0"/>
              <a:t>Dashboard Überblick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67B08F-1129-10C6-968D-14F705F2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Management </a:t>
            </a:r>
            <a:r>
              <a:rPr lang="de-DE" b="1" dirty="0" err="1"/>
              <a:t>Overview</a:t>
            </a:r>
            <a:r>
              <a:rPr lang="de-DE" b="1" dirty="0"/>
              <a:t>:</a:t>
            </a:r>
            <a:endParaRPr lang="de-DE" dirty="0"/>
          </a:p>
          <a:p>
            <a:r>
              <a:rPr lang="de-DE" dirty="0"/>
              <a:t>KPIs: Views, </a:t>
            </a:r>
            <a:r>
              <a:rPr lang="de-DE" dirty="0" err="1"/>
              <a:t>Spend</a:t>
            </a:r>
            <a:r>
              <a:rPr lang="de-DE" dirty="0"/>
              <a:t>, CPM</a:t>
            </a:r>
          </a:p>
          <a:p>
            <a:r>
              <a:rPr lang="de-DE" dirty="0"/>
              <a:t>Jobfamilien-Performance</a:t>
            </a:r>
          </a:p>
          <a:p>
            <a:r>
              <a:rPr lang="de-DE" dirty="0"/>
              <a:t>Kosten/Leistung nach Stellenbörse</a:t>
            </a:r>
          </a:p>
          <a:p>
            <a:r>
              <a:rPr lang="de-DE" b="1" dirty="0"/>
              <a:t>Stakeholder Report:</a:t>
            </a:r>
            <a:endParaRPr lang="de-DE" dirty="0"/>
          </a:p>
          <a:p>
            <a:r>
              <a:rPr lang="de-DE" dirty="0"/>
              <a:t>Letzter Kauf &amp; Inaktivität</a:t>
            </a:r>
          </a:p>
          <a:p>
            <a:r>
              <a:rPr lang="de-DE" dirty="0"/>
              <a:t>Umsatz / Frequenz / Ranking</a:t>
            </a:r>
          </a:p>
          <a:p>
            <a:r>
              <a:rPr lang="de-DE" dirty="0"/>
              <a:t>Exportfunktion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108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259CE-43CD-6C61-640A-C8291DC2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Empfehlungen (kompakt)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4FCDB5-317F-10CF-2BDF-043096927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880401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Jobfamilien-Liste erweitern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Dashboard-Refresh automatisieren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Optional: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-Daten integrieren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Potenzial für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(Aktivitätsprognosen)</a:t>
            </a:r>
          </a:p>
        </p:txBody>
      </p:sp>
    </p:spTree>
    <p:extLst>
      <p:ext uri="{BB962C8B-B14F-4D97-AF65-F5344CB8AC3E}">
        <p14:creationId xmlns:p14="http://schemas.microsoft.com/office/powerpoint/2010/main" val="1208949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Breitbild</PresentationFormat>
  <Paragraphs>29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Westpress Data Case – Analyse &amp; Reporting</vt:lpstr>
      <vt:lpstr>Vorgehen (kompakt)</vt:lpstr>
      <vt:lpstr>Key Insights</vt:lpstr>
      <vt:lpstr>Dashboard Überblick</vt:lpstr>
      <vt:lpstr>Empfehlungen (kompakt)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Frank</dc:creator>
  <cp:lastModifiedBy>Richard Frank</cp:lastModifiedBy>
  <cp:revision>1</cp:revision>
  <dcterms:created xsi:type="dcterms:W3CDTF">2025-11-14T09:01:11Z</dcterms:created>
  <dcterms:modified xsi:type="dcterms:W3CDTF">2025-11-14T09:09:14Z</dcterms:modified>
</cp:coreProperties>
</file>